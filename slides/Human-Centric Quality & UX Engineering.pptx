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7b906af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7b906af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67b906af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67b906af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67b906af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67b906af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67b906af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67b906af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67b906af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67b906af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7b906af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67b906af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67b906af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67b906af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67b906aff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67b906af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52929" y="1023775"/>
            <a:ext cx="47877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Human-Centric Quality &amp; UX Engineering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52925" y="3113325"/>
            <a:ext cx="4111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Quality,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Technology, and Human Needs. 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2825" y="176337"/>
            <a:ext cx="6101399" cy="46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654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HCQ &amp; UX Engineering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554875"/>
            <a:ext cx="8313300" cy="28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Human-Centric Quality &amp; UX Engineering is an approach that focuses on creating software that is reliable, usable, accessible, and satisfying for people.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Traditional software quality is not enough because a bug-free system can still be difficult, confusing, or frustrating for users.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approach represents a shift from system-focused to human-focused engineering, where the goal is not only to improve system performance but also to design solutions based on user needs, behaviors, and experiences.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UX &amp; QA Need Each Other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UX and Quality Assurance (QA) are closely connected because both focus on creating better software experiences for users.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UX ensures that a product is intuitive, accessible, and easy to use, while QA ensures that it works correctly, reliably, and consistently.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By combining UX principles with QA practices, teams can identify usability issues, prevent user frustrations, and validate that the product meets both functional requirements and user expectations.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collaboration helps deliver software that is not only technically high-quality but also meaningful and enjoyable for users.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31634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Pillars of Human-Centric Quality &amp; UX Engineering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311700" y="1007490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core principles of Human-Centric Quality &amp; UX Engineering focus on designing software around the needs and experiences of users. 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1906235"/>
            <a:ext cx="27468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User-centered design ensures that products are built based on real user goals and behaviors.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2972325" y="1906235"/>
            <a:ext cx="3000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Accessibility and inclusion make sure that everyone, including people with different abilities, can use the product effectively. 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5886150" y="1906235"/>
            <a:ext cx="30000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Simplicity and clarity help users understand and complete tasks easily, while error prevention and recovery reduce mistakes and provide ways to recover when problems occur. 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311700" y="3760790"/>
            <a:ext cx="54267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Finally, continuous improvement through feedback ensures that products evolve based on user insights and changing needs.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509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QA Measures UX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217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Engineering in UX ensures that digital products provide a smooth, reliable, and user-friendly experience.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Usability testing evaluates how easily users can understand and complete tasks, while accessibility testing ensures the product can be used by people with different abilities.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Performance testing checks speed, responsiveness, and stability, and user journey testing validates the complete experience across different interactions.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Real-world scenario testing focuses on how the product performs in practical situations, helping teams identify issues that may affect user satisfaction and overall experience.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561600" y="509825"/>
            <a:ext cx="8020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Application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561600" y="1217275"/>
            <a:ext cx="802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Human-Centric Quality &amp; UX Engineering can be seen in many real-world applications. In banking apps, it ensures secure, simple, and accessible experiences for tasks such as payments and account management.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healthcare systems, it helps create reliable and easy-to-use platforms that support patients and healthcare professionals.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E-commerce platforms use these principles to provide smooth navigation, personalized experiences, and efficient purchasing processes.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Mobile applications apply human-centric approaches to deliver responsive, intuitive, and user-friendly experiences that meet the needs of diverse users.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488050" y="768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&amp; Future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488050" y="1475800"/>
            <a:ext cx="815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Human-Centric Quality &amp; UX Engineering faces several challenges, including balancing business objectives with user needs, accurately measuring user experience, and integrating UX practices throughout the software development process.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However, future trends such as AI-powered personalization, inclusive design, voice and conversational interfaces, and human-centered AI systems are creating new opportunities to improve digital experiences.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Ultimately, a successful product is not only functional and reliable but also easy to use, accessible, and meaningful for the people who interact with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1590000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